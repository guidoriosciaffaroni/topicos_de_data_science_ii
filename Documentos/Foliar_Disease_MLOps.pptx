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72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do Rios" userId="3c3d9c22-ae35-4cf6-be6c-2a6ba171a6bb" providerId="ADAL" clId="{F2DB1E9E-BF01-4CC7-91F5-B8FFBB36FEB2}"/>
    <pc:docChg chg="custSel modSld">
      <pc:chgData name="Guido Rios" userId="3c3d9c22-ae35-4cf6-be6c-2a6ba171a6bb" providerId="ADAL" clId="{F2DB1E9E-BF01-4CC7-91F5-B8FFBB36FEB2}" dt="2026-08-28T18:49:16.348" v="19" actId="22"/>
      <pc:docMkLst>
        <pc:docMk/>
      </pc:docMkLst>
      <pc:sldChg chg="addSp delSp modSp mod">
        <pc:chgData name="Guido Rios" userId="3c3d9c22-ae35-4cf6-be6c-2a6ba171a6bb" providerId="ADAL" clId="{F2DB1E9E-BF01-4CC7-91F5-B8FFBB36FEB2}" dt="2026-08-28T18:48:46.678" v="6" actId="14100"/>
        <pc:sldMkLst>
          <pc:docMk/>
          <pc:sldMk cId="0" sldId="256"/>
        </pc:sldMkLst>
        <pc:picChg chg="add del mod">
          <ac:chgData name="Guido Rios" userId="3c3d9c22-ae35-4cf6-be6c-2a6ba171a6bb" providerId="ADAL" clId="{F2DB1E9E-BF01-4CC7-91F5-B8FFBB36FEB2}" dt="2026-08-28T18:47:13.435" v="3" actId="478"/>
          <ac:picMkLst>
            <pc:docMk/>
            <pc:sldMk cId="0" sldId="256"/>
            <ac:picMk id="4" creationId="{7814AF07-70BC-FADD-C775-B14E7FB01855}"/>
          </ac:picMkLst>
        </pc:picChg>
        <pc:picChg chg="add mod">
          <ac:chgData name="Guido Rios" userId="3c3d9c22-ae35-4cf6-be6c-2a6ba171a6bb" providerId="ADAL" clId="{F2DB1E9E-BF01-4CC7-91F5-B8FFBB36FEB2}" dt="2026-08-28T18:48:46.678" v="6" actId="14100"/>
          <ac:picMkLst>
            <pc:docMk/>
            <pc:sldMk cId="0" sldId="256"/>
            <ac:picMk id="6" creationId="{BB63F606-21A0-B895-AF2C-AEB1DBE864FC}"/>
          </ac:picMkLst>
        </pc:picChg>
      </pc:sldChg>
      <pc:sldChg chg="addSp mod">
        <pc:chgData name="Guido Rios" userId="3c3d9c22-ae35-4cf6-be6c-2a6ba171a6bb" providerId="ADAL" clId="{F2DB1E9E-BF01-4CC7-91F5-B8FFBB36FEB2}" dt="2026-08-28T18:48:51.728" v="7" actId="22"/>
        <pc:sldMkLst>
          <pc:docMk/>
          <pc:sldMk cId="0" sldId="257"/>
        </pc:sldMkLst>
        <pc:picChg chg="add">
          <ac:chgData name="Guido Rios" userId="3c3d9c22-ae35-4cf6-be6c-2a6ba171a6bb" providerId="ADAL" clId="{F2DB1E9E-BF01-4CC7-91F5-B8FFBB36FEB2}" dt="2026-08-28T18:48:51.728" v="7" actId="22"/>
          <ac:picMkLst>
            <pc:docMk/>
            <pc:sldMk cId="0" sldId="257"/>
            <ac:picMk id="4" creationId="{C1D748E8-637B-BC73-6655-E31BDA2AA612}"/>
          </ac:picMkLst>
        </pc:picChg>
      </pc:sldChg>
      <pc:sldChg chg="addSp mod">
        <pc:chgData name="Guido Rios" userId="3c3d9c22-ae35-4cf6-be6c-2a6ba171a6bb" providerId="ADAL" clId="{F2DB1E9E-BF01-4CC7-91F5-B8FFBB36FEB2}" dt="2026-08-28T18:48:56.038" v="8" actId="22"/>
        <pc:sldMkLst>
          <pc:docMk/>
          <pc:sldMk cId="0" sldId="258"/>
        </pc:sldMkLst>
        <pc:picChg chg="add">
          <ac:chgData name="Guido Rios" userId="3c3d9c22-ae35-4cf6-be6c-2a6ba171a6bb" providerId="ADAL" clId="{F2DB1E9E-BF01-4CC7-91F5-B8FFBB36FEB2}" dt="2026-08-28T18:48:56.038" v="8" actId="22"/>
          <ac:picMkLst>
            <pc:docMk/>
            <pc:sldMk cId="0" sldId="258"/>
            <ac:picMk id="4" creationId="{01DF403F-C136-FE29-F9C8-5657C243AAD5}"/>
          </ac:picMkLst>
        </pc:picChg>
      </pc:sldChg>
      <pc:sldChg chg="addSp mod">
        <pc:chgData name="Guido Rios" userId="3c3d9c22-ae35-4cf6-be6c-2a6ba171a6bb" providerId="ADAL" clId="{F2DB1E9E-BF01-4CC7-91F5-B8FFBB36FEB2}" dt="2026-08-28T18:48:57.548" v="9" actId="22"/>
        <pc:sldMkLst>
          <pc:docMk/>
          <pc:sldMk cId="0" sldId="259"/>
        </pc:sldMkLst>
        <pc:picChg chg="add">
          <ac:chgData name="Guido Rios" userId="3c3d9c22-ae35-4cf6-be6c-2a6ba171a6bb" providerId="ADAL" clId="{F2DB1E9E-BF01-4CC7-91F5-B8FFBB36FEB2}" dt="2026-08-28T18:48:57.548" v="9" actId="22"/>
          <ac:picMkLst>
            <pc:docMk/>
            <pc:sldMk cId="0" sldId="259"/>
            <ac:picMk id="4" creationId="{EF051F49-065E-358F-71C5-C7184BA4B66B}"/>
          </ac:picMkLst>
        </pc:picChg>
      </pc:sldChg>
      <pc:sldChg chg="addSp mod">
        <pc:chgData name="Guido Rios" userId="3c3d9c22-ae35-4cf6-be6c-2a6ba171a6bb" providerId="ADAL" clId="{F2DB1E9E-BF01-4CC7-91F5-B8FFBB36FEB2}" dt="2026-08-28T18:48:59.418" v="10" actId="22"/>
        <pc:sldMkLst>
          <pc:docMk/>
          <pc:sldMk cId="0" sldId="260"/>
        </pc:sldMkLst>
        <pc:picChg chg="add">
          <ac:chgData name="Guido Rios" userId="3c3d9c22-ae35-4cf6-be6c-2a6ba171a6bb" providerId="ADAL" clId="{F2DB1E9E-BF01-4CC7-91F5-B8FFBB36FEB2}" dt="2026-08-28T18:48:59.418" v="10" actId="22"/>
          <ac:picMkLst>
            <pc:docMk/>
            <pc:sldMk cId="0" sldId="260"/>
            <ac:picMk id="4" creationId="{85ECBC77-6E1D-7948-285D-AEFF006B2102}"/>
          </ac:picMkLst>
        </pc:picChg>
      </pc:sldChg>
      <pc:sldChg chg="addSp mod">
        <pc:chgData name="Guido Rios" userId="3c3d9c22-ae35-4cf6-be6c-2a6ba171a6bb" providerId="ADAL" clId="{F2DB1E9E-BF01-4CC7-91F5-B8FFBB36FEB2}" dt="2026-08-28T18:49:00.888" v="11" actId="22"/>
        <pc:sldMkLst>
          <pc:docMk/>
          <pc:sldMk cId="0" sldId="261"/>
        </pc:sldMkLst>
        <pc:picChg chg="add">
          <ac:chgData name="Guido Rios" userId="3c3d9c22-ae35-4cf6-be6c-2a6ba171a6bb" providerId="ADAL" clId="{F2DB1E9E-BF01-4CC7-91F5-B8FFBB36FEB2}" dt="2026-08-28T18:49:00.888" v="11" actId="22"/>
          <ac:picMkLst>
            <pc:docMk/>
            <pc:sldMk cId="0" sldId="261"/>
            <ac:picMk id="4" creationId="{7606A7C2-8EB4-BE21-C196-DE178ECCBC61}"/>
          </ac:picMkLst>
        </pc:picChg>
      </pc:sldChg>
      <pc:sldChg chg="addSp mod">
        <pc:chgData name="Guido Rios" userId="3c3d9c22-ae35-4cf6-be6c-2a6ba171a6bb" providerId="ADAL" clId="{F2DB1E9E-BF01-4CC7-91F5-B8FFBB36FEB2}" dt="2026-08-28T18:49:03.833" v="12" actId="22"/>
        <pc:sldMkLst>
          <pc:docMk/>
          <pc:sldMk cId="0" sldId="262"/>
        </pc:sldMkLst>
        <pc:picChg chg="add">
          <ac:chgData name="Guido Rios" userId="3c3d9c22-ae35-4cf6-be6c-2a6ba171a6bb" providerId="ADAL" clId="{F2DB1E9E-BF01-4CC7-91F5-B8FFBB36FEB2}" dt="2026-08-28T18:49:03.833" v="12" actId="22"/>
          <ac:picMkLst>
            <pc:docMk/>
            <pc:sldMk cId="0" sldId="262"/>
            <ac:picMk id="4" creationId="{F0137479-3E06-9826-1181-0F452704EF84}"/>
          </ac:picMkLst>
        </pc:picChg>
      </pc:sldChg>
      <pc:sldChg chg="addSp mod">
        <pc:chgData name="Guido Rios" userId="3c3d9c22-ae35-4cf6-be6c-2a6ba171a6bb" providerId="ADAL" clId="{F2DB1E9E-BF01-4CC7-91F5-B8FFBB36FEB2}" dt="2026-08-28T18:49:06.319" v="13" actId="22"/>
        <pc:sldMkLst>
          <pc:docMk/>
          <pc:sldMk cId="0" sldId="264"/>
        </pc:sldMkLst>
        <pc:picChg chg="add">
          <ac:chgData name="Guido Rios" userId="3c3d9c22-ae35-4cf6-be6c-2a6ba171a6bb" providerId="ADAL" clId="{F2DB1E9E-BF01-4CC7-91F5-B8FFBB36FEB2}" dt="2026-08-28T18:49:06.319" v="13" actId="22"/>
          <ac:picMkLst>
            <pc:docMk/>
            <pc:sldMk cId="0" sldId="264"/>
            <ac:picMk id="4" creationId="{25F3D0A5-B693-858F-C29E-FC65F6BC16B5}"/>
          </ac:picMkLst>
        </pc:picChg>
      </pc:sldChg>
      <pc:sldChg chg="addSp mod">
        <pc:chgData name="Guido Rios" userId="3c3d9c22-ae35-4cf6-be6c-2a6ba171a6bb" providerId="ADAL" clId="{F2DB1E9E-BF01-4CC7-91F5-B8FFBB36FEB2}" dt="2026-08-28T18:49:08.451" v="14" actId="22"/>
        <pc:sldMkLst>
          <pc:docMk/>
          <pc:sldMk cId="0" sldId="265"/>
        </pc:sldMkLst>
        <pc:picChg chg="add">
          <ac:chgData name="Guido Rios" userId="3c3d9c22-ae35-4cf6-be6c-2a6ba171a6bb" providerId="ADAL" clId="{F2DB1E9E-BF01-4CC7-91F5-B8FFBB36FEB2}" dt="2026-08-28T18:49:08.451" v="14" actId="22"/>
          <ac:picMkLst>
            <pc:docMk/>
            <pc:sldMk cId="0" sldId="265"/>
            <ac:picMk id="4" creationId="{4838428A-40E7-39B5-0A45-99EF7416111C}"/>
          </ac:picMkLst>
        </pc:picChg>
      </pc:sldChg>
      <pc:sldChg chg="addSp mod">
        <pc:chgData name="Guido Rios" userId="3c3d9c22-ae35-4cf6-be6c-2a6ba171a6bb" providerId="ADAL" clId="{F2DB1E9E-BF01-4CC7-91F5-B8FFBB36FEB2}" dt="2026-08-28T18:49:10.108" v="15" actId="22"/>
        <pc:sldMkLst>
          <pc:docMk/>
          <pc:sldMk cId="0" sldId="266"/>
        </pc:sldMkLst>
        <pc:picChg chg="add">
          <ac:chgData name="Guido Rios" userId="3c3d9c22-ae35-4cf6-be6c-2a6ba171a6bb" providerId="ADAL" clId="{F2DB1E9E-BF01-4CC7-91F5-B8FFBB36FEB2}" dt="2026-08-28T18:49:10.108" v="15" actId="22"/>
          <ac:picMkLst>
            <pc:docMk/>
            <pc:sldMk cId="0" sldId="266"/>
            <ac:picMk id="4" creationId="{72F0421F-A44B-35E5-DF14-131ED06EAFB7}"/>
          </ac:picMkLst>
        </pc:picChg>
      </pc:sldChg>
      <pc:sldChg chg="addSp mod">
        <pc:chgData name="Guido Rios" userId="3c3d9c22-ae35-4cf6-be6c-2a6ba171a6bb" providerId="ADAL" clId="{F2DB1E9E-BF01-4CC7-91F5-B8FFBB36FEB2}" dt="2026-08-28T18:49:11.425" v="16" actId="22"/>
        <pc:sldMkLst>
          <pc:docMk/>
          <pc:sldMk cId="0" sldId="267"/>
        </pc:sldMkLst>
        <pc:picChg chg="add">
          <ac:chgData name="Guido Rios" userId="3c3d9c22-ae35-4cf6-be6c-2a6ba171a6bb" providerId="ADAL" clId="{F2DB1E9E-BF01-4CC7-91F5-B8FFBB36FEB2}" dt="2026-08-28T18:49:11.425" v="16" actId="22"/>
          <ac:picMkLst>
            <pc:docMk/>
            <pc:sldMk cId="0" sldId="267"/>
            <ac:picMk id="4" creationId="{206D45B0-0414-73BB-9D18-C5CB96E19B89}"/>
          </ac:picMkLst>
        </pc:picChg>
      </pc:sldChg>
      <pc:sldChg chg="addSp mod">
        <pc:chgData name="Guido Rios" userId="3c3d9c22-ae35-4cf6-be6c-2a6ba171a6bb" providerId="ADAL" clId="{F2DB1E9E-BF01-4CC7-91F5-B8FFBB36FEB2}" dt="2026-08-28T18:49:13.190" v="17" actId="22"/>
        <pc:sldMkLst>
          <pc:docMk/>
          <pc:sldMk cId="0" sldId="268"/>
        </pc:sldMkLst>
        <pc:picChg chg="add">
          <ac:chgData name="Guido Rios" userId="3c3d9c22-ae35-4cf6-be6c-2a6ba171a6bb" providerId="ADAL" clId="{F2DB1E9E-BF01-4CC7-91F5-B8FFBB36FEB2}" dt="2026-08-28T18:49:13.190" v="17" actId="22"/>
          <ac:picMkLst>
            <pc:docMk/>
            <pc:sldMk cId="0" sldId="268"/>
            <ac:picMk id="4" creationId="{AF5B4056-6D80-8F7F-CA82-62D0DB37F2C7}"/>
          </ac:picMkLst>
        </pc:picChg>
      </pc:sldChg>
      <pc:sldChg chg="addSp mod">
        <pc:chgData name="Guido Rios" userId="3c3d9c22-ae35-4cf6-be6c-2a6ba171a6bb" providerId="ADAL" clId="{F2DB1E9E-BF01-4CC7-91F5-B8FFBB36FEB2}" dt="2026-08-28T18:49:14.408" v="18" actId="22"/>
        <pc:sldMkLst>
          <pc:docMk/>
          <pc:sldMk cId="0" sldId="269"/>
        </pc:sldMkLst>
        <pc:picChg chg="add">
          <ac:chgData name="Guido Rios" userId="3c3d9c22-ae35-4cf6-be6c-2a6ba171a6bb" providerId="ADAL" clId="{F2DB1E9E-BF01-4CC7-91F5-B8FFBB36FEB2}" dt="2026-08-28T18:49:14.408" v="18" actId="22"/>
          <ac:picMkLst>
            <pc:docMk/>
            <pc:sldMk cId="0" sldId="269"/>
            <ac:picMk id="4" creationId="{A310AA34-0BE9-3347-4EAE-51F586462AF6}"/>
          </ac:picMkLst>
        </pc:picChg>
      </pc:sldChg>
      <pc:sldChg chg="addSp mod">
        <pc:chgData name="Guido Rios" userId="3c3d9c22-ae35-4cf6-be6c-2a6ba171a6bb" providerId="ADAL" clId="{F2DB1E9E-BF01-4CC7-91F5-B8FFBB36FEB2}" dt="2026-08-28T18:49:16.348" v="19" actId="22"/>
        <pc:sldMkLst>
          <pc:docMk/>
          <pc:sldMk cId="0" sldId="270"/>
        </pc:sldMkLst>
        <pc:picChg chg="add">
          <ac:chgData name="Guido Rios" userId="3c3d9c22-ae35-4cf6-be6c-2a6ba171a6bb" providerId="ADAL" clId="{F2DB1E9E-BF01-4CC7-91F5-B8FFBB36FEB2}" dt="2026-08-28T18:49:16.348" v="19" actId="22"/>
          <ac:picMkLst>
            <pc:docMk/>
            <pc:sldMk cId="0" sldId="270"/>
            <ac:picMk id="4" creationId="{755544D9-1066-F0E5-788B-6EE3D8C3F95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B63F606-21A0-B895-AF2C-AEB1DBE86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1D748E8-637B-BC73-6655-E31BDA2AA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1DF403F-C136-FE29-F9C8-5657C243A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F051F49-065E-358F-71C5-C7184BA4B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5ECBC77-6E1D-7948-285D-AEFF006B2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606A7C2-8EB4-BE21-C196-DE178ECCB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0137479-3E06-9826-1181-0F452704E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5F3D0A5-B693-858F-C29E-FC65F6BC1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838428A-40E7-39B5-0A45-99EF74161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2F0421F-A44B-35E5-DF14-131ED06EA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06D45B0-0414-73BB-9D18-C5CB96E19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F5B4056-6D80-8F7F-CA82-62D0DB37F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310AA34-0BE9-3347-4EAE-51F586462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55544D9-1066-F0E5-788B-6EE3D8C3F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800" y="8714070"/>
            <a:ext cx="1320800" cy="391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Guido Rios</cp:lastModifiedBy>
  <cp:revision>1</cp:revision>
  <dcterms:created xsi:type="dcterms:W3CDTF">2006-08-16T00:00:00Z</dcterms:created>
  <dcterms:modified xsi:type="dcterms:W3CDTF">2026-08-28T18:49:26Z</dcterms:modified>
</cp:coreProperties>
</file>